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1E2BDF-BD11-4238-98C1-53D289E23B9C}" v="2" dt="2025-03-11T19:34:50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Asafe Valverde Lopes" userId="d193cb4c-4bb4-40c1-b098-854d272991b2" providerId="ADAL" clId="{981E2BDF-BD11-4238-98C1-53D289E23B9C}"/>
    <pc:docChg chg="custSel addSld modSld">
      <pc:chgData name="Eduardo Asafe Valverde Lopes" userId="d193cb4c-4bb4-40c1-b098-854d272991b2" providerId="ADAL" clId="{981E2BDF-BD11-4238-98C1-53D289E23B9C}" dt="2025-03-11T19:35:56.948" v="1790" actId="20577"/>
      <pc:docMkLst>
        <pc:docMk/>
      </pc:docMkLst>
      <pc:sldChg chg="addSp delSp modSp mod">
        <pc:chgData name="Eduardo Asafe Valverde Lopes" userId="d193cb4c-4bb4-40c1-b098-854d272991b2" providerId="ADAL" clId="{981E2BDF-BD11-4238-98C1-53D289E23B9C}" dt="2025-03-11T18:56:57.913" v="1" actId="478"/>
        <pc:sldMkLst>
          <pc:docMk/>
          <pc:sldMk cId="2101878394" sldId="256"/>
        </pc:sldMkLst>
        <pc:graphicFrameChg chg="add del mod">
          <ac:chgData name="Eduardo Asafe Valverde Lopes" userId="d193cb4c-4bb4-40c1-b098-854d272991b2" providerId="ADAL" clId="{981E2BDF-BD11-4238-98C1-53D289E23B9C}" dt="2025-03-11T18:56:57.913" v="1" actId="478"/>
          <ac:graphicFrameMkLst>
            <pc:docMk/>
            <pc:sldMk cId="2101878394" sldId="256"/>
            <ac:graphicFrameMk id="4" creationId="{3472A28B-368B-D9C9-F30D-CD9260EAEE61}"/>
          </ac:graphicFrameMkLst>
        </pc:graphicFrameChg>
      </pc:sldChg>
      <pc:sldChg chg="delSp modSp add mod">
        <pc:chgData name="Eduardo Asafe Valverde Lopes" userId="d193cb4c-4bb4-40c1-b098-854d272991b2" providerId="ADAL" clId="{981E2BDF-BD11-4238-98C1-53D289E23B9C}" dt="2025-03-11T19:03:34.629" v="516" actId="20577"/>
        <pc:sldMkLst>
          <pc:docMk/>
          <pc:sldMk cId="390965173" sldId="257"/>
        </pc:sldMkLst>
        <pc:spChg chg="del">
          <ac:chgData name="Eduardo Asafe Valverde Lopes" userId="d193cb4c-4bb4-40c1-b098-854d272991b2" providerId="ADAL" clId="{981E2BDF-BD11-4238-98C1-53D289E23B9C}" dt="2025-03-11T18:57:07.287" v="3" actId="478"/>
          <ac:spMkLst>
            <pc:docMk/>
            <pc:sldMk cId="390965173" sldId="257"/>
            <ac:spMk id="2" creationId="{C1F2EF82-0EEB-EF7C-DB99-8592877F2937}"/>
          </ac:spMkLst>
        </pc:spChg>
        <pc:spChg chg="mod">
          <ac:chgData name="Eduardo Asafe Valverde Lopes" userId="d193cb4c-4bb4-40c1-b098-854d272991b2" providerId="ADAL" clId="{981E2BDF-BD11-4238-98C1-53D289E23B9C}" dt="2025-03-11T19:03:34.629" v="516" actId="20577"/>
          <ac:spMkLst>
            <pc:docMk/>
            <pc:sldMk cId="390965173" sldId="257"/>
            <ac:spMk id="3" creationId="{3DCEE923-4054-BFB8-E91D-4095A4568AE3}"/>
          </ac:spMkLst>
        </pc:spChg>
      </pc:sldChg>
      <pc:sldChg chg="modSp add mod">
        <pc:chgData name="Eduardo Asafe Valverde Lopes" userId="d193cb4c-4bb4-40c1-b098-854d272991b2" providerId="ADAL" clId="{981E2BDF-BD11-4238-98C1-53D289E23B9C}" dt="2025-03-11T19:23:12.809" v="1339" actId="20577"/>
        <pc:sldMkLst>
          <pc:docMk/>
          <pc:sldMk cId="3872522672" sldId="258"/>
        </pc:sldMkLst>
        <pc:spChg chg="mod">
          <ac:chgData name="Eduardo Asafe Valverde Lopes" userId="d193cb4c-4bb4-40c1-b098-854d272991b2" providerId="ADAL" clId="{981E2BDF-BD11-4238-98C1-53D289E23B9C}" dt="2025-03-11T19:23:12.809" v="1339" actId="20577"/>
          <ac:spMkLst>
            <pc:docMk/>
            <pc:sldMk cId="3872522672" sldId="258"/>
            <ac:spMk id="3" creationId="{3DCEE923-4054-BFB8-E91D-4095A4568AE3}"/>
          </ac:spMkLst>
        </pc:spChg>
      </pc:sldChg>
      <pc:sldChg chg="modSp add mod">
        <pc:chgData name="Eduardo Asafe Valverde Lopes" userId="d193cb4c-4bb4-40c1-b098-854d272991b2" providerId="ADAL" clId="{981E2BDF-BD11-4238-98C1-53D289E23B9C}" dt="2025-03-11T19:28:24.307" v="1763" actId="14100"/>
        <pc:sldMkLst>
          <pc:docMk/>
          <pc:sldMk cId="2257877266" sldId="259"/>
        </pc:sldMkLst>
        <pc:spChg chg="mod">
          <ac:chgData name="Eduardo Asafe Valverde Lopes" userId="d193cb4c-4bb4-40c1-b098-854d272991b2" providerId="ADAL" clId="{981E2BDF-BD11-4238-98C1-53D289E23B9C}" dt="2025-03-11T19:28:24.307" v="1763" actId="14100"/>
          <ac:spMkLst>
            <pc:docMk/>
            <pc:sldMk cId="2257877266" sldId="259"/>
            <ac:spMk id="3" creationId="{3DCEE923-4054-BFB8-E91D-4095A4568AE3}"/>
          </ac:spMkLst>
        </pc:spChg>
      </pc:sldChg>
      <pc:sldChg chg="addSp delSp modSp add mod">
        <pc:chgData name="Eduardo Asafe Valverde Lopes" userId="d193cb4c-4bb4-40c1-b098-854d272991b2" providerId="ADAL" clId="{981E2BDF-BD11-4238-98C1-53D289E23B9C}" dt="2025-03-11T19:34:50.160" v="1767" actId="931"/>
        <pc:sldMkLst>
          <pc:docMk/>
          <pc:sldMk cId="3648031615" sldId="260"/>
        </pc:sldMkLst>
        <pc:spChg chg="del mod">
          <ac:chgData name="Eduardo Asafe Valverde Lopes" userId="d193cb4c-4bb4-40c1-b098-854d272991b2" providerId="ADAL" clId="{981E2BDF-BD11-4238-98C1-53D289E23B9C}" dt="2025-03-11T19:34:44.250" v="1766" actId="478"/>
          <ac:spMkLst>
            <pc:docMk/>
            <pc:sldMk cId="3648031615" sldId="260"/>
            <ac:spMk id="3" creationId="{3DCEE923-4054-BFB8-E91D-4095A4568AE3}"/>
          </ac:spMkLst>
        </pc:spChg>
        <pc:spChg chg="add mod">
          <ac:chgData name="Eduardo Asafe Valverde Lopes" userId="d193cb4c-4bb4-40c1-b098-854d272991b2" providerId="ADAL" clId="{981E2BDF-BD11-4238-98C1-53D289E23B9C}" dt="2025-03-11T19:34:44.250" v="1766" actId="478"/>
          <ac:spMkLst>
            <pc:docMk/>
            <pc:sldMk cId="3648031615" sldId="260"/>
            <ac:spMk id="4" creationId="{2FF3F029-6767-E79B-E4F8-814A70C300F5}"/>
          </ac:spMkLst>
        </pc:spChg>
        <pc:picChg chg="add mod">
          <ac:chgData name="Eduardo Asafe Valverde Lopes" userId="d193cb4c-4bb4-40c1-b098-854d272991b2" providerId="ADAL" clId="{981E2BDF-BD11-4238-98C1-53D289E23B9C}" dt="2025-03-11T19:34:50.160" v="1767" actId="931"/>
          <ac:picMkLst>
            <pc:docMk/>
            <pc:sldMk cId="3648031615" sldId="260"/>
            <ac:picMk id="6" creationId="{85877522-1712-AC57-5214-425C74B1712E}"/>
          </ac:picMkLst>
        </pc:picChg>
      </pc:sldChg>
      <pc:sldChg chg="delSp modSp add mod">
        <pc:chgData name="Eduardo Asafe Valverde Lopes" userId="d193cb4c-4bb4-40c1-b098-854d272991b2" providerId="ADAL" clId="{981E2BDF-BD11-4238-98C1-53D289E23B9C}" dt="2025-03-11T19:35:56.948" v="1790" actId="20577"/>
        <pc:sldMkLst>
          <pc:docMk/>
          <pc:sldMk cId="2360047005" sldId="261"/>
        </pc:sldMkLst>
        <pc:spChg chg="mod">
          <ac:chgData name="Eduardo Asafe Valverde Lopes" userId="d193cb4c-4bb4-40c1-b098-854d272991b2" providerId="ADAL" clId="{981E2BDF-BD11-4238-98C1-53D289E23B9C}" dt="2025-03-11T19:35:56.948" v="1790" actId="20577"/>
          <ac:spMkLst>
            <pc:docMk/>
            <pc:sldMk cId="2360047005" sldId="261"/>
            <ac:spMk id="4" creationId="{2FF3F029-6767-E79B-E4F8-814A70C300F5}"/>
          </ac:spMkLst>
        </pc:spChg>
        <pc:picChg chg="del">
          <ac:chgData name="Eduardo Asafe Valverde Lopes" userId="d193cb4c-4bb4-40c1-b098-854d272991b2" providerId="ADAL" clId="{981E2BDF-BD11-4238-98C1-53D289E23B9C}" dt="2025-03-11T19:35:34.985" v="1769" actId="478"/>
          <ac:picMkLst>
            <pc:docMk/>
            <pc:sldMk cId="2360047005" sldId="261"/>
            <ac:picMk id="6" creationId="{85877522-1712-AC57-5214-425C74B171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A036E-7C0F-A841-3257-FABDCA4C9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C8BDE2-5A20-5415-E843-3E93BA43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B39FDB-6051-38B3-A934-862EF360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226944-2D02-79DA-3DBB-B24B26B2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93ACC1-FE12-1151-5BC4-EFCAE95D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765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1A915-FD62-7BD9-19F5-5E69BFD3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7FF73-8ACC-F437-6B0F-84CB1156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5437F0-BD50-BEE6-4431-3521FB7B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D2F568-F02D-93DF-7E78-5E44F5CA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4976D-C2AC-E7CD-A610-E018DDCB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61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0A895-536F-AF97-2277-E5EDC985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45983B-EDB6-B36B-9589-668559D74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371666-2D9D-DEA4-C342-A5E931E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9552C5-AFE7-A93F-250F-D31A65243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0C29D-374B-8061-B467-4A979CF8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19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9B3D7-0464-E558-765F-61F40A29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B0E08-310D-D4B4-8CA7-4B7D61327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C0343B-D65C-8E7D-A163-E8F35B7C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06AC74-6419-EA6B-B61B-F372A3DB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B35980-68FB-3223-06A7-52F0CB88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1E669D-89ED-7058-C03D-67F8A102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52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36DDF-D809-88C6-052B-BC65E275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AC19B-A14B-E685-FFBD-B38BDB64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C7EE43-3AC6-D8F7-F8A7-C36A9E21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950152-06F8-B3F4-F684-EB6BEB15B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CE5850-07FA-98CE-5F39-88E19E872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FD1785-C097-8510-0A79-E047D107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184771-4E3D-79C6-76AE-F92580CC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AACB5D-6C1C-0F2C-3CA6-33C7D591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48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AD032-1208-9BAF-25AD-C588E62C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C5DE71-29E2-6825-A35B-1EBF9DF5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264AC5-2FF3-FA07-0F55-CEB0825C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F10ECD-68C9-5B8D-52D7-D956289E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3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67008A-735F-5C7B-53AB-FFD00079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6DCFD2-684B-C876-492B-E8C970B0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E2B2B5-EB08-2684-E164-FBA94285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72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C0A4-0CD8-ABBA-C83D-D83427FB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207A8E-89AE-E0F4-B4CC-15A89D8CE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1734AB-00BE-ED9B-34F6-255C9CE86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94D36E-5ACC-8F07-2EB0-AFABA098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9BA08E-8546-9D21-CD25-035ABE0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031886-853A-6D20-E152-11E9430F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86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EBE62-CB85-A051-8431-3247CA2F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CA0B50-6B78-9494-13AF-875537FB9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DA3CC1-C9CE-72C8-FEAB-02480B59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86CCB1-F57F-1772-B8B7-5920257E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A4449F-3181-7107-7524-00F48DF0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819419-8CB9-198D-3D63-0E0D087C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17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1B853-7881-4372-7CA2-C192A043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7B2AE9-DD64-20FE-D84B-9E4EFDE8B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7DAE5-2131-E313-4DA2-F8C6949F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40DB8-119D-AA9C-5D65-79744DE7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987394-EA56-6B35-E067-A5394121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30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7327E9-863B-623A-F6D4-F2A45B7FD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D2F56B-17B3-DEEA-BADC-4D892F3DC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23089C-F158-0263-ECF1-BCD36B57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8DFBA-D136-5B22-924E-4F9BF515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640B5D-AE2B-D310-72B9-E5142B5B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73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A03DF6-A829-0EE9-46C4-F42F589A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BD9271-06E8-B53E-249E-2B4CFA67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B5EA1-A5B6-1B3C-092D-3272AFAC2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9D01E-A590-4D0F-85FE-F53B65BEB112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8B9EE-8ADA-6025-EC41-8DA3C8C7D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5AF6A4-AE0D-5D6A-C984-FC48B2D7D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38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2EF82-0EEB-EF7C-DB99-8592877F2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87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5053692"/>
          </a:xfrm>
        </p:spPr>
        <p:txBody>
          <a:bodyPr/>
          <a:lstStyle/>
          <a:p>
            <a:pPr algn="l"/>
            <a:r>
              <a:rPr lang="pt-BR" dirty="0"/>
              <a:t>Java foi lançado pela Sun Microsystems em 1995 mas, os esforços de desenvolvimento da linguagem iniciou em 1991.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A ideia principal era da linguagem ter capacidade de se comunicar com outros dispositivos</a:t>
            </a:r>
          </a:p>
          <a:p>
            <a:pPr algn="l"/>
            <a:r>
              <a:rPr lang="pt-BR" dirty="0"/>
              <a:t>Eletrônicos. 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O grande fator que diferenciou Java de outras linguagens e revolucionou o mercado nos anos 90’s foi o conceito de </a:t>
            </a:r>
            <a:r>
              <a:rPr lang="pt-BR" dirty="0" err="1"/>
              <a:t>Bytecode</a:t>
            </a:r>
            <a:r>
              <a:rPr lang="pt-BR" dirty="0"/>
              <a:t> e a JRE (Java Virtual </a:t>
            </a:r>
            <a:r>
              <a:rPr lang="pt-BR" dirty="0" err="1"/>
              <a:t>Environment</a:t>
            </a:r>
            <a:r>
              <a:rPr lang="pt-BR" dirty="0"/>
              <a:t>) a partir disso se criou o slogan “Write </a:t>
            </a:r>
            <a:r>
              <a:rPr lang="pt-BR" dirty="0" err="1"/>
              <a:t>once</a:t>
            </a:r>
            <a:r>
              <a:rPr lang="pt-BR" dirty="0"/>
              <a:t>, </a:t>
            </a:r>
            <a:r>
              <a:rPr lang="pt-BR" dirty="0" err="1"/>
              <a:t>run</a:t>
            </a:r>
            <a:r>
              <a:rPr lang="pt-BR" dirty="0"/>
              <a:t> </a:t>
            </a:r>
            <a:r>
              <a:rPr lang="pt-BR" dirty="0" err="1"/>
              <a:t>Anywhere</a:t>
            </a:r>
            <a:r>
              <a:rPr lang="pt-BR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9096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50536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dirty="0"/>
              <a:t>Em 2006 a Sun </a:t>
            </a:r>
            <a:r>
              <a:rPr lang="pt-BR" dirty="0" err="1"/>
              <a:t>Microsystem</a:t>
            </a:r>
            <a:r>
              <a:rPr lang="pt-BR" dirty="0"/>
              <a:t> tornaria o Java um software de código aberto (salvo alguns componentes proprietários como GUI) com isso foi criado a comunidade </a:t>
            </a:r>
            <a:r>
              <a:rPr lang="pt-BR" dirty="0" err="1"/>
              <a:t>openJDK</a:t>
            </a:r>
            <a:r>
              <a:rPr lang="pt-BR" dirty="0"/>
              <a:t> e através dessa versão aberta do Java várias empresas começaram a contribuir como RedHat, IBM, </a:t>
            </a:r>
            <a:r>
              <a:rPr lang="pt-BR" dirty="0" err="1"/>
              <a:t>Amazon</a:t>
            </a:r>
            <a:r>
              <a:rPr lang="pt-BR" dirty="0"/>
              <a:t> com suas próprias versões da JDK (Java </a:t>
            </a:r>
            <a:r>
              <a:rPr lang="pt-BR" dirty="0" err="1"/>
              <a:t>Development</a:t>
            </a:r>
            <a:r>
              <a:rPr lang="pt-BR" dirty="0"/>
              <a:t> Kit).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Nesse período Java foi evoluindo para diferente ecossistemas como: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Java SE/</a:t>
            </a:r>
            <a:r>
              <a:rPr lang="pt-BR" dirty="0" err="1"/>
              <a:t>Embedded</a:t>
            </a:r>
            <a:r>
              <a:rPr lang="pt-BR" dirty="0"/>
              <a:t> – para dispositivos eletrônicos no geral.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Java EE – Para web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No ano de 2010 a Oracle comprou a Sun </a:t>
            </a:r>
            <a:r>
              <a:rPr lang="pt-BR" dirty="0" err="1"/>
              <a:t>Microsystem</a:t>
            </a:r>
            <a:r>
              <a:rPr lang="pt-BR" dirty="0"/>
              <a:t> e consequentemente se tornou proprietária da linguagem Java.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52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2496923"/>
          </a:xfrm>
        </p:spPr>
        <p:txBody>
          <a:bodyPr/>
          <a:lstStyle/>
          <a:p>
            <a:pPr algn="l"/>
            <a:r>
              <a:rPr lang="pt-BR" dirty="0"/>
              <a:t>Em 2019 a Oracle mudou a licença de BCL (gratuito salvo em algumas situações especificas) para OTN (gratuito para uso pessoal) com essa mudança a comunidade começou a gravitar mais para versão gratuita do Java que é a </a:t>
            </a:r>
            <a:r>
              <a:rPr lang="pt-BR" dirty="0" err="1"/>
              <a:t>openJDK</a:t>
            </a:r>
            <a:r>
              <a:rPr lang="pt-BR" dirty="0"/>
              <a:t>.</a:t>
            </a:r>
          </a:p>
          <a:p>
            <a:pPr algn="l"/>
            <a:r>
              <a:rPr lang="pt-BR" dirty="0"/>
              <a:t>Consequentemente a Oracle também repassou a versão para Web do Java para Eclipse </a:t>
            </a:r>
            <a:r>
              <a:rPr lang="pt-BR" dirty="0" err="1"/>
              <a:t>Foundations</a:t>
            </a:r>
            <a:r>
              <a:rPr lang="pt-BR" dirty="0"/>
              <a:t> que hoje (até presente data de 2025) toca o projeto com o nome de Jakarta EE com código fonte aberto. 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87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2FF3F029-6767-E79B-E4F8-814A70C30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Diagrama, Linha do tempo&#10;&#10;Descrição gerada automaticamente">
            <a:extLst>
              <a:ext uri="{FF2B5EF4-FFF2-40B4-BE49-F238E27FC236}">
                <a16:creationId xmlns:a16="http://schemas.microsoft.com/office/drawing/2014/main" id="{85877522-1712-AC57-5214-425C74B17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02" y="691526"/>
            <a:ext cx="10517996" cy="547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3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2FF3F029-6767-E79B-E4F8-814A70C30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447" y="1258333"/>
            <a:ext cx="9144000" cy="1655762"/>
          </a:xfrm>
        </p:spPr>
        <p:txBody>
          <a:bodyPr/>
          <a:lstStyle/>
          <a:p>
            <a:r>
              <a:rPr lang="pt-BR" dirty="0"/>
              <a:t>Vamos </a:t>
            </a:r>
            <a:r>
              <a:rPr lang="pt-BR"/>
              <a:t>a prática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0047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265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Asafe Valverde Lopes</dc:creator>
  <cp:lastModifiedBy>Eduardo Asafe Valverde Lopes</cp:lastModifiedBy>
  <cp:revision>1</cp:revision>
  <dcterms:created xsi:type="dcterms:W3CDTF">2025-03-11T18:55:55Z</dcterms:created>
  <dcterms:modified xsi:type="dcterms:W3CDTF">2025-03-11T19:35:59Z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33b259-87ee-4762-9a8c-7b0d155dd87f_Enabled">
    <vt:lpwstr>true</vt:lpwstr>
  </property>
  <property fmtid="{D5CDD505-2E9C-101B-9397-08002B2CF9AE}" pid="3" name="MSIP_Label_9333b259-87ee-4762-9a8c-7b0d155dd87f_SetDate">
    <vt:lpwstr>2025-03-11T18:56:33Z</vt:lpwstr>
  </property>
  <property fmtid="{D5CDD505-2E9C-101B-9397-08002B2CF9AE}" pid="4" name="MSIP_Label_9333b259-87ee-4762-9a8c-7b0d155dd87f_Method">
    <vt:lpwstr>Privileged</vt:lpwstr>
  </property>
  <property fmtid="{D5CDD505-2E9C-101B-9397-08002B2CF9AE}" pid="5" name="MSIP_Label_9333b259-87ee-4762-9a8c-7b0d155dd87f_Name">
    <vt:lpwstr>_PESSOAL</vt:lpwstr>
  </property>
  <property fmtid="{D5CDD505-2E9C-101B-9397-08002B2CF9AE}" pid="6" name="MSIP_Label_9333b259-87ee-4762-9a8c-7b0d155dd87f_SiteId">
    <vt:lpwstr>ab9bba98-684a-43fb-add8-9c2bebede229</vt:lpwstr>
  </property>
  <property fmtid="{D5CDD505-2E9C-101B-9397-08002B2CF9AE}" pid="7" name="MSIP_Label_9333b259-87ee-4762-9a8c-7b0d155dd87f_ActionId">
    <vt:lpwstr>03a5ac6b-7a50-4957-9176-141b72afc202</vt:lpwstr>
  </property>
  <property fmtid="{D5CDD505-2E9C-101B-9397-08002B2CF9AE}" pid="8" name="MSIP_Label_9333b259-87ee-4762-9a8c-7b0d155dd87f_ContentBits">
    <vt:lpwstr>1</vt:lpwstr>
  </property>
</Properties>
</file>