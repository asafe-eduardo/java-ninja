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5E46405-E32C-4618-9572-51C9734E3626}" v="1" dt="2025-03-20T23:16:00.6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duardo Asafe Valverde Lopes" userId="d193cb4c-4bb4-40c1-b098-854d272991b2" providerId="ADAL" clId="{981E2BDF-BD11-4238-98C1-53D289E23B9C}"/>
    <pc:docChg chg="custSel addSld modSld">
      <pc:chgData name="Eduardo Asafe Valverde Lopes" userId="d193cb4c-4bb4-40c1-b098-854d272991b2" providerId="ADAL" clId="{981E2BDF-BD11-4238-98C1-53D289E23B9C}" dt="2025-03-11T19:35:56.948" v="1790" actId="20577"/>
      <pc:docMkLst>
        <pc:docMk/>
      </pc:docMkLst>
      <pc:sldChg chg="addSp delSp modSp mod">
        <pc:chgData name="Eduardo Asafe Valverde Lopes" userId="d193cb4c-4bb4-40c1-b098-854d272991b2" providerId="ADAL" clId="{981E2BDF-BD11-4238-98C1-53D289E23B9C}" dt="2025-03-11T18:56:57.913" v="1" actId="478"/>
        <pc:sldMkLst>
          <pc:docMk/>
          <pc:sldMk cId="2101878394" sldId="256"/>
        </pc:sldMkLst>
        <pc:graphicFrameChg chg="add del mod">
          <ac:chgData name="Eduardo Asafe Valverde Lopes" userId="d193cb4c-4bb4-40c1-b098-854d272991b2" providerId="ADAL" clId="{981E2BDF-BD11-4238-98C1-53D289E23B9C}" dt="2025-03-11T18:56:57.913" v="1" actId="478"/>
          <ac:graphicFrameMkLst>
            <pc:docMk/>
            <pc:sldMk cId="2101878394" sldId="256"/>
            <ac:graphicFrameMk id="4" creationId="{3472A28B-368B-D9C9-F30D-CD9260EAEE61}"/>
          </ac:graphicFrameMkLst>
        </pc:graphicFrameChg>
      </pc:sldChg>
      <pc:sldChg chg="delSp modSp add mod">
        <pc:chgData name="Eduardo Asafe Valverde Lopes" userId="d193cb4c-4bb4-40c1-b098-854d272991b2" providerId="ADAL" clId="{981E2BDF-BD11-4238-98C1-53D289E23B9C}" dt="2025-03-11T19:03:34.629" v="516" actId="20577"/>
        <pc:sldMkLst>
          <pc:docMk/>
          <pc:sldMk cId="390965173" sldId="257"/>
        </pc:sldMkLst>
        <pc:spChg chg="del">
          <ac:chgData name="Eduardo Asafe Valverde Lopes" userId="d193cb4c-4bb4-40c1-b098-854d272991b2" providerId="ADAL" clId="{981E2BDF-BD11-4238-98C1-53D289E23B9C}" dt="2025-03-11T18:57:07.287" v="3" actId="478"/>
          <ac:spMkLst>
            <pc:docMk/>
            <pc:sldMk cId="390965173" sldId="257"/>
            <ac:spMk id="2" creationId="{C1F2EF82-0EEB-EF7C-DB99-8592877F2937}"/>
          </ac:spMkLst>
        </pc:spChg>
        <pc:spChg chg="mod">
          <ac:chgData name="Eduardo Asafe Valverde Lopes" userId="d193cb4c-4bb4-40c1-b098-854d272991b2" providerId="ADAL" clId="{981E2BDF-BD11-4238-98C1-53D289E23B9C}" dt="2025-03-11T19:03:34.629" v="516" actId="20577"/>
          <ac:spMkLst>
            <pc:docMk/>
            <pc:sldMk cId="390965173" sldId="257"/>
            <ac:spMk id="3" creationId="{3DCEE923-4054-BFB8-E91D-4095A4568AE3}"/>
          </ac:spMkLst>
        </pc:spChg>
      </pc:sldChg>
      <pc:sldChg chg="modSp add mod">
        <pc:chgData name="Eduardo Asafe Valverde Lopes" userId="d193cb4c-4bb4-40c1-b098-854d272991b2" providerId="ADAL" clId="{981E2BDF-BD11-4238-98C1-53D289E23B9C}" dt="2025-03-11T19:23:12.809" v="1339" actId="20577"/>
        <pc:sldMkLst>
          <pc:docMk/>
          <pc:sldMk cId="3872522672" sldId="258"/>
        </pc:sldMkLst>
        <pc:spChg chg="mod">
          <ac:chgData name="Eduardo Asafe Valverde Lopes" userId="d193cb4c-4bb4-40c1-b098-854d272991b2" providerId="ADAL" clId="{981E2BDF-BD11-4238-98C1-53D289E23B9C}" dt="2025-03-11T19:23:12.809" v="1339" actId="20577"/>
          <ac:spMkLst>
            <pc:docMk/>
            <pc:sldMk cId="3872522672" sldId="258"/>
            <ac:spMk id="3" creationId="{3DCEE923-4054-BFB8-E91D-4095A4568AE3}"/>
          </ac:spMkLst>
        </pc:spChg>
      </pc:sldChg>
      <pc:sldChg chg="modSp add mod">
        <pc:chgData name="Eduardo Asafe Valverde Lopes" userId="d193cb4c-4bb4-40c1-b098-854d272991b2" providerId="ADAL" clId="{981E2BDF-BD11-4238-98C1-53D289E23B9C}" dt="2025-03-11T19:28:24.307" v="1763" actId="14100"/>
        <pc:sldMkLst>
          <pc:docMk/>
          <pc:sldMk cId="2257877266" sldId="259"/>
        </pc:sldMkLst>
        <pc:spChg chg="mod">
          <ac:chgData name="Eduardo Asafe Valverde Lopes" userId="d193cb4c-4bb4-40c1-b098-854d272991b2" providerId="ADAL" clId="{981E2BDF-BD11-4238-98C1-53D289E23B9C}" dt="2025-03-11T19:28:24.307" v="1763" actId="14100"/>
          <ac:spMkLst>
            <pc:docMk/>
            <pc:sldMk cId="2257877266" sldId="259"/>
            <ac:spMk id="3" creationId="{3DCEE923-4054-BFB8-E91D-4095A4568AE3}"/>
          </ac:spMkLst>
        </pc:spChg>
      </pc:sldChg>
      <pc:sldChg chg="addSp delSp modSp add mod">
        <pc:chgData name="Eduardo Asafe Valverde Lopes" userId="d193cb4c-4bb4-40c1-b098-854d272991b2" providerId="ADAL" clId="{981E2BDF-BD11-4238-98C1-53D289E23B9C}" dt="2025-03-11T19:34:50.160" v="1767" actId="931"/>
        <pc:sldMkLst>
          <pc:docMk/>
          <pc:sldMk cId="3648031615" sldId="260"/>
        </pc:sldMkLst>
        <pc:spChg chg="del mod">
          <ac:chgData name="Eduardo Asafe Valverde Lopes" userId="d193cb4c-4bb4-40c1-b098-854d272991b2" providerId="ADAL" clId="{981E2BDF-BD11-4238-98C1-53D289E23B9C}" dt="2025-03-11T19:34:44.250" v="1766" actId="478"/>
          <ac:spMkLst>
            <pc:docMk/>
            <pc:sldMk cId="3648031615" sldId="260"/>
            <ac:spMk id="3" creationId="{3DCEE923-4054-BFB8-E91D-4095A4568AE3}"/>
          </ac:spMkLst>
        </pc:spChg>
        <pc:spChg chg="add mod">
          <ac:chgData name="Eduardo Asafe Valverde Lopes" userId="d193cb4c-4bb4-40c1-b098-854d272991b2" providerId="ADAL" clId="{981E2BDF-BD11-4238-98C1-53D289E23B9C}" dt="2025-03-11T19:34:44.250" v="1766" actId="478"/>
          <ac:spMkLst>
            <pc:docMk/>
            <pc:sldMk cId="3648031615" sldId="260"/>
            <ac:spMk id="4" creationId="{2FF3F029-6767-E79B-E4F8-814A70C300F5}"/>
          </ac:spMkLst>
        </pc:spChg>
        <pc:picChg chg="add mod">
          <ac:chgData name="Eduardo Asafe Valverde Lopes" userId="d193cb4c-4bb4-40c1-b098-854d272991b2" providerId="ADAL" clId="{981E2BDF-BD11-4238-98C1-53D289E23B9C}" dt="2025-03-11T19:34:50.160" v="1767" actId="931"/>
          <ac:picMkLst>
            <pc:docMk/>
            <pc:sldMk cId="3648031615" sldId="260"/>
            <ac:picMk id="6" creationId="{85877522-1712-AC57-5214-425C74B1712E}"/>
          </ac:picMkLst>
        </pc:picChg>
      </pc:sldChg>
      <pc:sldChg chg="delSp modSp add mod">
        <pc:chgData name="Eduardo Asafe Valverde Lopes" userId="d193cb4c-4bb4-40c1-b098-854d272991b2" providerId="ADAL" clId="{981E2BDF-BD11-4238-98C1-53D289E23B9C}" dt="2025-03-11T19:35:56.948" v="1790" actId="20577"/>
        <pc:sldMkLst>
          <pc:docMk/>
          <pc:sldMk cId="2360047005" sldId="261"/>
        </pc:sldMkLst>
        <pc:spChg chg="mod">
          <ac:chgData name="Eduardo Asafe Valverde Lopes" userId="d193cb4c-4bb4-40c1-b098-854d272991b2" providerId="ADAL" clId="{981E2BDF-BD11-4238-98C1-53D289E23B9C}" dt="2025-03-11T19:35:56.948" v="1790" actId="20577"/>
          <ac:spMkLst>
            <pc:docMk/>
            <pc:sldMk cId="2360047005" sldId="261"/>
            <ac:spMk id="4" creationId="{2FF3F029-6767-E79B-E4F8-814A70C300F5}"/>
          </ac:spMkLst>
        </pc:spChg>
        <pc:picChg chg="del">
          <ac:chgData name="Eduardo Asafe Valverde Lopes" userId="d193cb4c-4bb4-40c1-b098-854d272991b2" providerId="ADAL" clId="{981E2BDF-BD11-4238-98C1-53D289E23B9C}" dt="2025-03-11T19:35:34.985" v="1769" actId="478"/>
          <ac:picMkLst>
            <pc:docMk/>
            <pc:sldMk cId="2360047005" sldId="261"/>
            <ac:picMk id="6" creationId="{85877522-1712-AC57-5214-425C74B1712E}"/>
          </ac:picMkLst>
        </pc:picChg>
      </pc:sldChg>
    </pc:docChg>
  </pc:docChgLst>
  <pc:docChgLst>
    <pc:chgData name="Eduardo Asafe Valverde Lopes" userId="d193cb4c-4bb4-40c1-b098-854d272991b2" providerId="ADAL" clId="{F5E46405-E32C-4618-9572-51C9734E3626}"/>
    <pc:docChg chg="custSel modSld">
      <pc:chgData name="Eduardo Asafe Valverde Lopes" userId="d193cb4c-4bb4-40c1-b098-854d272991b2" providerId="ADAL" clId="{F5E46405-E32C-4618-9572-51C9734E3626}" dt="2025-03-20T23:16:04.816" v="2424" actId="1076"/>
      <pc:docMkLst>
        <pc:docMk/>
      </pc:docMkLst>
      <pc:sldChg chg="modSp mod">
        <pc:chgData name="Eduardo Asafe Valverde Lopes" userId="d193cb4c-4bb4-40c1-b098-854d272991b2" providerId="ADAL" clId="{F5E46405-E32C-4618-9572-51C9734E3626}" dt="2025-03-20T22:50:22.495" v="702" actId="5793"/>
        <pc:sldMkLst>
          <pc:docMk/>
          <pc:sldMk cId="390965173" sldId="257"/>
        </pc:sldMkLst>
        <pc:spChg chg="mod">
          <ac:chgData name="Eduardo Asafe Valverde Lopes" userId="d193cb4c-4bb4-40c1-b098-854d272991b2" providerId="ADAL" clId="{F5E46405-E32C-4618-9572-51C9734E3626}" dt="2025-03-20T22:50:22.495" v="702" actId="5793"/>
          <ac:spMkLst>
            <pc:docMk/>
            <pc:sldMk cId="390965173" sldId="257"/>
            <ac:spMk id="3" creationId="{3DCEE923-4054-BFB8-E91D-4095A4568AE3}"/>
          </ac:spMkLst>
        </pc:spChg>
      </pc:sldChg>
      <pc:sldChg chg="modSp mod">
        <pc:chgData name="Eduardo Asafe Valverde Lopes" userId="d193cb4c-4bb4-40c1-b098-854d272991b2" providerId="ADAL" clId="{F5E46405-E32C-4618-9572-51C9734E3626}" dt="2025-03-20T23:01:44.054" v="1493" actId="20577"/>
        <pc:sldMkLst>
          <pc:docMk/>
          <pc:sldMk cId="3872522672" sldId="258"/>
        </pc:sldMkLst>
        <pc:spChg chg="mod">
          <ac:chgData name="Eduardo Asafe Valverde Lopes" userId="d193cb4c-4bb4-40c1-b098-854d272991b2" providerId="ADAL" clId="{F5E46405-E32C-4618-9572-51C9734E3626}" dt="2025-03-20T23:01:44.054" v="1493" actId="20577"/>
          <ac:spMkLst>
            <pc:docMk/>
            <pc:sldMk cId="3872522672" sldId="258"/>
            <ac:spMk id="3" creationId="{3DCEE923-4054-BFB8-E91D-4095A4568AE3}"/>
          </ac:spMkLst>
        </pc:spChg>
      </pc:sldChg>
      <pc:sldChg chg="modSp mod">
        <pc:chgData name="Eduardo Asafe Valverde Lopes" userId="d193cb4c-4bb4-40c1-b098-854d272991b2" providerId="ADAL" clId="{F5E46405-E32C-4618-9572-51C9734E3626}" dt="2025-03-20T23:09:37.344" v="2420" actId="20577"/>
        <pc:sldMkLst>
          <pc:docMk/>
          <pc:sldMk cId="2257877266" sldId="259"/>
        </pc:sldMkLst>
        <pc:spChg chg="mod">
          <ac:chgData name="Eduardo Asafe Valverde Lopes" userId="d193cb4c-4bb4-40c1-b098-854d272991b2" providerId="ADAL" clId="{F5E46405-E32C-4618-9572-51C9734E3626}" dt="2025-03-20T23:09:37.344" v="2420" actId="20577"/>
          <ac:spMkLst>
            <pc:docMk/>
            <pc:sldMk cId="2257877266" sldId="259"/>
            <ac:spMk id="3" creationId="{3DCEE923-4054-BFB8-E91D-4095A4568AE3}"/>
          </ac:spMkLst>
        </pc:spChg>
      </pc:sldChg>
      <pc:sldChg chg="addSp delSp modSp mod">
        <pc:chgData name="Eduardo Asafe Valverde Lopes" userId="d193cb4c-4bb4-40c1-b098-854d272991b2" providerId="ADAL" clId="{F5E46405-E32C-4618-9572-51C9734E3626}" dt="2025-03-20T23:16:04.816" v="2424" actId="1076"/>
        <pc:sldMkLst>
          <pc:docMk/>
          <pc:sldMk cId="3648031615" sldId="260"/>
        </pc:sldMkLst>
        <pc:picChg chg="add mod">
          <ac:chgData name="Eduardo Asafe Valverde Lopes" userId="d193cb4c-4bb4-40c1-b098-854d272991b2" providerId="ADAL" clId="{F5E46405-E32C-4618-9572-51C9734E3626}" dt="2025-03-20T23:16:04.816" v="2424" actId="1076"/>
          <ac:picMkLst>
            <pc:docMk/>
            <pc:sldMk cId="3648031615" sldId="260"/>
            <ac:picMk id="3" creationId="{D7B682A1-A769-4A81-9287-0BC4914000EE}"/>
          </ac:picMkLst>
        </pc:picChg>
        <pc:picChg chg="del">
          <ac:chgData name="Eduardo Asafe Valverde Lopes" userId="d193cb4c-4bb4-40c1-b098-854d272991b2" providerId="ADAL" clId="{F5E46405-E32C-4618-9572-51C9734E3626}" dt="2025-03-20T23:15:46.423" v="2421" actId="478"/>
          <ac:picMkLst>
            <pc:docMk/>
            <pc:sldMk cId="3648031615" sldId="260"/>
            <ac:picMk id="6" creationId="{85877522-1712-AC57-5214-425C74B1712E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BA036E-7C0F-A841-3257-FABDCA4C9C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5C8BDE2-5A20-5415-E843-3E93BA437A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6B39FDB-6051-38B3-A934-862EF3604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9D01E-A590-4D0F-85FE-F53B65BEB112}" type="datetimeFigureOut">
              <a:rPr lang="pt-BR" smtClean="0"/>
              <a:t>20/03/2025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5226944-2D02-79DA-3DBB-B24B26B27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D93ACC1-FE12-1151-5BC4-EFCAE95D9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AA9D9-9FB1-46CC-83A4-485FC83C784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62765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E1A915-FD62-7BD9-19F5-5E69BFD38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0A7FF73-8ACC-F437-6B0F-84CB11562D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45437F0-BD50-BEE6-4431-3521FB7B2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9D01E-A590-4D0F-85FE-F53B65BEB112}" type="datetimeFigureOut">
              <a:rPr lang="pt-BR" smtClean="0"/>
              <a:t>20/03/2025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2D2F568-F02D-93DF-7E78-5E44F5CA9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F14976D-C2AC-E7CD-A610-E018DDCB8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AA9D9-9FB1-46CC-83A4-485FC83C784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506117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D0A895-536F-AF97-2277-E5EDC9852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345983B-EDB6-B36B-9589-668559D745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D371666-2D9D-DEA4-C342-A5E931E1F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9D01E-A590-4D0F-85FE-F53B65BEB112}" type="datetimeFigureOut">
              <a:rPr lang="pt-BR" smtClean="0"/>
              <a:t>20/03/2025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69552C5-AFE7-A93F-250F-D31A65243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A00C29D-374B-8061-B467-4A979CF88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AA9D9-9FB1-46CC-83A4-485FC83C784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071995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B9B3D7-0464-E558-765F-61F40A29C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CB0E08-310D-D4B4-8CA7-4B7D61327C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4C0343B-D65C-8E7D-A163-E8F35B7C2B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706AC74-6419-EA6B-B61B-F372A3DBE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9D01E-A590-4D0F-85FE-F53B65BEB112}" type="datetimeFigureOut">
              <a:rPr lang="pt-BR" smtClean="0"/>
              <a:t>20/03/2025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3B35980-68FB-3223-06A7-52F0CB88A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B1E669D-89ED-7058-C03D-67F8A1022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AA9D9-9FB1-46CC-83A4-485FC83C784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245257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136DDF-D809-88C6-052B-BC65E2754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6BAC19B-A14B-E685-FFBD-B38BDB645C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8C7EE43-3AC6-D8F7-F8A7-C36A9E21ED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8950152-06F8-B3F4-F684-EB6BEB15BB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2CE5850-07FA-98CE-5F39-88E19E8720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E7FD1785-C097-8510-0A79-E047D1077D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9D01E-A590-4D0F-85FE-F53B65BEB112}" type="datetimeFigureOut">
              <a:rPr lang="pt-BR" smtClean="0"/>
              <a:t>20/03/2025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7184771-4E3D-79C6-76AE-F92580CC0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7AACB5D-6C1C-0F2C-3CA6-33C7D591E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AA9D9-9FB1-46CC-83A4-485FC83C784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74484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AAD032-1208-9BAF-25AD-C588E62C2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2C5DE71-29E2-6825-A35B-1EBF9DF5D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9D01E-A590-4D0F-85FE-F53B65BEB112}" type="datetimeFigureOut">
              <a:rPr lang="pt-BR" smtClean="0"/>
              <a:t>20/03/2025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3264AC5-2FF3-FA07-0F55-CEB0825CD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5F10ECD-68C9-5B8D-52D7-D956289E4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AA9D9-9FB1-46CC-83A4-485FC83C784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8395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F67008A-735F-5C7B-53AB-FFD00079F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9D01E-A590-4D0F-85FE-F53B65BEB112}" type="datetimeFigureOut">
              <a:rPr lang="pt-BR" smtClean="0"/>
              <a:t>20/03/2025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06DCFD2-684B-C876-492B-E8C970B00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8E2B2B5-EB08-2684-E164-FBA94285D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AA9D9-9FB1-46CC-83A4-485FC83C784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817204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77C0A4-0CD8-ABBA-C83D-D83427FB6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2207A8E-89AE-E0F4-B4CC-15A89D8CE4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01734AB-00BE-ED9B-34F6-255C9CE869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394D36E-5ACC-8F07-2EB0-AFABA0989D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9D01E-A590-4D0F-85FE-F53B65BEB112}" type="datetimeFigureOut">
              <a:rPr lang="pt-BR" smtClean="0"/>
              <a:t>20/03/2025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39BA08E-8546-9D21-CD25-035ABE074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7031886-853A-6D20-E152-11E9430F4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AA9D9-9FB1-46CC-83A4-485FC83C784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778683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8EBE62-CB85-A051-8431-3247CA2F7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73CA0B50-6B78-9494-13AF-875537FB95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7DA3CC1-C9CE-72C8-FEAB-02480B590C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C86CCB1-F57F-1772-B8B7-5920257EC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9D01E-A590-4D0F-85FE-F53B65BEB112}" type="datetimeFigureOut">
              <a:rPr lang="pt-BR" smtClean="0"/>
              <a:t>20/03/2025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6A4449F-3181-7107-7524-00F48DF07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B819419-8CB9-198D-3D63-0E0D087CB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AA9D9-9FB1-46CC-83A4-485FC83C784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881735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91B853-7881-4372-7CA2-C192A0436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37B2AE9-DD64-20FE-D84B-9E4EFDE8B7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2C7DAE5-2131-E313-4DA2-F8C6949F8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9D01E-A590-4D0F-85FE-F53B65BEB112}" type="datetimeFigureOut">
              <a:rPr lang="pt-BR" smtClean="0"/>
              <a:t>20/03/2025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5440DB8-119D-AA9C-5D65-79744DE7B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0987394-EA56-6B35-E067-A53941217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AA9D9-9FB1-46CC-83A4-485FC83C784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833035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F7327E9-863B-623A-F6D4-F2A45B7FDA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8D2F56B-17B3-DEEA-BADC-4D892F3DC3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623089C-F158-0263-ECF1-BCD36B574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9D01E-A590-4D0F-85FE-F53B65BEB112}" type="datetimeFigureOut">
              <a:rPr lang="pt-BR" smtClean="0"/>
              <a:t>20/03/2025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508DFBA-D136-5B22-924E-4F9BF5152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2640B5D-AE2B-D310-72B9-E5142B5B6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AA9D9-9FB1-46CC-83A4-485FC83C784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417305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39A03DF6-A829-0EE9-46C4-F42F589AA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DBD9271-06E8-B53E-249E-2B4CFA6784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C0B5EA1-A5B6-1B3C-092D-3272AFAC27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49D01E-A590-4D0F-85FE-F53B65BEB112}" type="datetimeFigureOut">
              <a:rPr lang="pt-BR" smtClean="0"/>
              <a:t>20/03/2025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E78B9EE-8ADA-6025-EC41-8DA3C8C7DC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85AF6A4-AE0D-5D6A-C984-FC48B2D7D1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3AA9D9-9FB1-46CC-83A4-485FC83C784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3381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F2EF82-0EEB-EF7C-DB99-8592877F293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DCEE923-4054-BFB8-E91D-4095A4568AE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18783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3DCEE923-4054-BFB8-E91D-4095A4568A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2348" y="1480273"/>
            <a:ext cx="11999651" cy="5053692"/>
          </a:xfrm>
        </p:spPr>
        <p:txBody>
          <a:bodyPr/>
          <a:lstStyle/>
          <a:p>
            <a:pPr algn="l"/>
            <a:r>
              <a:rPr lang="pt-BR" dirty="0"/>
              <a:t>Javascript foi lançado no ano de 1995 como uma linguagem de programação para ser utilizada pelos primeiros navegadores para Web.</a:t>
            </a:r>
          </a:p>
          <a:p>
            <a:pPr algn="l"/>
            <a:endParaRPr lang="pt-BR" dirty="0"/>
          </a:p>
          <a:p>
            <a:pPr algn="l"/>
            <a:r>
              <a:rPr lang="pt-BR" dirty="0"/>
              <a:t>A ideia do nome venho de uma tentativa de surfar na onda da linguagem de Programação “Java” que vinha tendo uma grande ascensão no mercado.</a:t>
            </a:r>
          </a:p>
          <a:p>
            <a:pPr algn="l"/>
            <a:endParaRPr lang="pt-BR" dirty="0"/>
          </a:p>
          <a:p>
            <a:pPr algn="l"/>
            <a:r>
              <a:rPr lang="pt-BR" dirty="0"/>
              <a:t>Em 1996 a Microsoft lançou o primeiro interpretador para Javascript se chamado de </a:t>
            </a:r>
            <a:r>
              <a:rPr lang="pt-BR" dirty="0" err="1"/>
              <a:t>Jscript</a:t>
            </a:r>
            <a:r>
              <a:rPr lang="pt-BR" dirty="0"/>
              <a:t>.</a:t>
            </a:r>
          </a:p>
          <a:p>
            <a:pPr algn="l"/>
            <a:endParaRPr lang="pt-BR" dirty="0"/>
          </a:p>
          <a:p>
            <a:pPr algn="l"/>
            <a:r>
              <a:rPr lang="pt-BR" dirty="0"/>
              <a:t>Javascript é uma linguagem interpretada ou seja não é necessário ter um compilador para que ela seja executável em algum ambiente. Você pode abrir seu navegador abrir o console e começar a programar.</a:t>
            </a:r>
          </a:p>
        </p:txBody>
      </p:sp>
    </p:spTree>
    <p:extLst>
      <p:ext uri="{BB962C8B-B14F-4D97-AF65-F5344CB8AC3E}">
        <p14:creationId xmlns:p14="http://schemas.microsoft.com/office/powerpoint/2010/main" val="3909651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3DCEE923-4054-BFB8-E91D-4095A4568A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2348" y="1480273"/>
            <a:ext cx="11999651" cy="5053692"/>
          </a:xfrm>
        </p:spPr>
        <p:txBody>
          <a:bodyPr>
            <a:normAutofit/>
          </a:bodyPr>
          <a:lstStyle/>
          <a:p>
            <a:pPr algn="l"/>
            <a:r>
              <a:rPr lang="pt-BR" dirty="0"/>
              <a:t>Javascript passou anos com problemas para encontrar padronização mas, isso não impedia o crescimento da comunidade lastrada no crescimento da Web.</a:t>
            </a:r>
          </a:p>
          <a:p>
            <a:pPr algn="l"/>
            <a:endParaRPr lang="pt-BR" dirty="0"/>
          </a:p>
          <a:p>
            <a:pPr algn="l"/>
            <a:r>
              <a:rPr lang="pt-BR" dirty="0"/>
              <a:t>Em 2005 James Garrett lançou Ajax, (</a:t>
            </a:r>
            <a:r>
              <a:rPr lang="pt-BR" b="1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A</a:t>
            </a:r>
            <a:r>
              <a:rPr lang="pt-BR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synchronous</a:t>
            </a:r>
            <a:r>
              <a:rPr lang="pt-BR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</a:t>
            </a:r>
            <a:r>
              <a:rPr lang="pt-BR" b="1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J</a:t>
            </a:r>
            <a:r>
              <a:rPr lang="pt-BR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avaScript</a:t>
            </a:r>
            <a:r>
              <a:rPr lang="pt-BR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</a:t>
            </a:r>
            <a:r>
              <a:rPr lang="pt-BR" b="1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A</a:t>
            </a:r>
            <a:r>
              <a:rPr lang="pt-BR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nd</a:t>
            </a:r>
            <a:r>
              <a:rPr lang="pt-BR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</a:t>
            </a:r>
            <a:r>
              <a:rPr lang="pt-BR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X</a:t>
            </a:r>
            <a:r>
              <a:rPr lang="pt-BR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ML</a:t>
            </a:r>
            <a:r>
              <a:rPr lang="pt-BR" dirty="0"/>
              <a:t>) uma forma de fazer requisições HTTP com XML para servidores de aplicação abrindo um novo mundo para os desenvolvedores e navegadores da web.</a:t>
            </a:r>
          </a:p>
          <a:p>
            <a:pPr algn="l"/>
            <a:endParaRPr lang="pt-BR" dirty="0"/>
          </a:p>
          <a:p>
            <a:pPr algn="l"/>
            <a:r>
              <a:rPr lang="pt-BR" dirty="0"/>
              <a:t>Com isso a comunidade Javascript continuo evoluindo e crescendo e começou a nascer os primeiros frameworks Javascript </a:t>
            </a:r>
            <a:r>
              <a:rPr lang="pt-BR" dirty="0" err="1"/>
              <a:t>ex</a:t>
            </a:r>
            <a:r>
              <a:rPr lang="pt-BR" dirty="0"/>
              <a:t>: </a:t>
            </a:r>
            <a:r>
              <a:rPr lang="pt-BR" dirty="0" err="1"/>
              <a:t>Jquery</a:t>
            </a:r>
            <a:r>
              <a:rPr lang="pt-BR" dirty="0"/>
              <a:t>.</a:t>
            </a:r>
          </a:p>
          <a:p>
            <a:pPr algn="l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725226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3DCEE923-4054-BFB8-E91D-4095A4568A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2348" y="1480273"/>
            <a:ext cx="11999651" cy="5275634"/>
          </a:xfrm>
        </p:spPr>
        <p:txBody>
          <a:bodyPr/>
          <a:lstStyle/>
          <a:p>
            <a:pPr algn="l"/>
            <a:r>
              <a:rPr lang="pt-BR" dirty="0"/>
              <a:t>Em 2015 foi lançado a publicação do </a:t>
            </a:r>
            <a:r>
              <a:rPr lang="pt-BR" dirty="0" err="1"/>
              <a:t>ECMAScript</a:t>
            </a:r>
            <a:r>
              <a:rPr lang="pt-BR" dirty="0"/>
              <a:t> 6 que é a base das aplicações Javascript modernas como PWA(</a:t>
            </a:r>
            <a:r>
              <a:rPr lang="pt-BR" dirty="0" err="1"/>
              <a:t>Progressive</a:t>
            </a:r>
            <a:r>
              <a:rPr lang="pt-BR" dirty="0"/>
              <a:t> Web App), SPA (Single-Page </a:t>
            </a:r>
            <a:r>
              <a:rPr lang="pt-BR" dirty="0" err="1"/>
              <a:t>Application</a:t>
            </a:r>
            <a:r>
              <a:rPr lang="pt-BR" dirty="0"/>
              <a:t>).</a:t>
            </a:r>
          </a:p>
          <a:p>
            <a:pPr algn="l"/>
            <a:endParaRPr lang="pt-BR" dirty="0"/>
          </a:p>
          <a:p>
            <a:pPr algn="l"/>
            <a:r>
              <a:rPr lang="pt-BR" dirty="0"/>
              <a:t>Também é importante ressaltar o trabalho do Node.js (permitindo a execução do Javascript no </a:t>
            </a:r>
            <a:r>
              <a:rPr lang="pt-BR" dirty="0" err="1"/>
              <a:t>backend</a:t>
            </a:r>
            <a:r>
              <a:rPr lang="pt-BR" dirty="0"/>
              <a:t>) e do NPM que é o pacote de gerenciamento de bibliotecas Javascript.</a:t>
            </a:r>
          </a:p>
          <a:p>
            <a:pPr algn="l"/>
            <a:endParaRPr lang="pt-BR" dirty="0"/>
          </a:p>
          <a:p>
            <a:pPr algn="l"/>
            <a:r>
              <a:rPr lang="pt-BR" dirty="0"/>
              <a:t>Em cima dessas tecnologias são construídas as aplicações </a:t>
            </a:r>
            <a:r>
              <a:rPr lang="pt-BR" dirty="0" err="1"/>
              <a:t>frontend</a:t>
            </a:r>
            <a:r>
              <a:rPr lang="pt-BR" dirty="0"/>
              <a:t> Javascript modernas com os frameworks: </a:t>
            </a:r>
            <a:r>
              <a:rPr lang="pt-BR" dirty="0" err="1"/>
              <a:t>React</a:t>
            </a:r>
            <a:r>
              <a:rPr lang="pt-BR" dirty="0"/>
              <a:t>, </a:t>
            </a:r>
            <a:r>
              <a:rPr lang="pt-BR" dirty="0" err="1"/>
              <a:t>AngularJs</a:t>
            </a:r>
            <a:r>
              <a:rPr lang="pt-BR" dirty="0"/>
              <a:t>, Angular2+, </a:t>
            </a:r>
            <a:r>
              <a:rPr lang="pt-BR" dirty="0" err="1"/>
              <a:t>VueJS</a:t>
            </a:r>
            <a:r>
              <a:rPr lang="pt-BR" dirty="0"/>
              <a:t>, </a:t>
            </a:r>
            <a:r>
              <a:rPr lang="pt-BR" dirty="0" err="1"/>
              <a:t>NextJs</a:t>
            </a:r>
            <a:r>
              <a:rPr lang="pt-BR" dirty="0"/>
              <a:t>, </a:t>
            </a:r>
            <a:r>
              <a:rPr lang="pt-BR" dirty="0" err="1"/>
              <a:t>Meteor</a:t>
            </a:r>
            <a:r>
              <a:rPr lang="pt-BR" dirty="0"/>
              <a:t> etc...</a:t>
            </a:r>
          </a:p>
          <a:p>
            <a:pPr algn="l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578772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ítulo 3">
            <a:extLst>
              <a:ext uri="{FF2B5EF4-FFF2-40B4-BE49-F238E27FC236}">
                <a16:creationId xmlns:a16="http://schemas.microsoft.com/office/drawing/2014/main" id="{2FF3F029-6767-E79B-E4F8-814A70C300F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3" name="Imagem 2" descr="Diagrama&#10;&#10;Descrição gerada automaticamente">
            <a:extLst>
              <a:ext uri="{FF2B5EF4-FFF2-40B4-BE49-F238E27FC236}">
                <a16:creationId xmlns:a16="http://schemas.microsoft.com/office/drawing/2014/main" id="{D7B682A1-A769-4A81-9287-0BC4914000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1348427"/>
            <a:ext cx="9526896" cy="3909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0316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ítulo 3">
            <a:extLst>
              <a:ext uri="{FF2B5EF4-FFF2-40B4-BE49-F238E27FC236}">
                <a16:creationId xmlns:a16="http://schemas.microsoft.com/office/drawing/2014/main" id="{2FF3F029-6767-E79B-E4F8-814A70C300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46447" y="1258333"/>
            <a:ext cx="9144000" cy="1655762"/>
          </a:xfrm>
        </p:spPr>
        <p:txBody>
          <a:bodyPr/>
          <a:lstStyle/>
          <a:p>
            <a:r>
              <a:rPr lang="pt-BR" dirty="0"/>
              <a:t>Vamos </a:t>
            </a:r>
            <a:r>
              <a:rPr lang="pt-BR"/>
              <a:t>a prática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6004700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272</Words>
  <Application>Microsoft Office PowerPoint</Application>
  <PresentationFormat>Widescreen</PresentationFormat>
  <Paragraphs>18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Verdana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Eduardo Asafe Valverde Lopes</dc:creator>
  <cp:lastModifiedBy>Eduardo Asafe Valverde Lopes</cp:lastModifiedBy>
  <cp:revision>1</cp:revision>
  <dcterms:created xsi:type="dcterms:W3CDTF">2025-03-11T18:55:55Z</dcterms:created>
  <dcterms:modified xsi:type="dcterms:W3CDTF">2025-03-20T23:16:07Z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333b259-87ee-4762-9a8c-7b0d155dd87f_Enabled">
    <vt:lpwstr>true</vt:lpwstr>
  </property>
  <property fmtid="{D5CDD505-2E9C-101B-9397-08002B2CF9AE}" pid="3" name="MSIP_Label_9333b259-87ee-4762-9a8c-7b0d155dd87f_SetDate">
    <vt:lpwstr>2025-03-11T18:56:33Z</vt:lpwstr>
  </property>
  <property fmtid="{D5CDD505-2E9C-101B-9397-08002B2CF9AE}" pid="4" name="MSIP_Label_9333b259-87ee-4762-9a8c-7b0d155dd87f_Method">
    <vt:lpwstr>Privileged</vt:lpwstr>
  </property>
  <property fmtid="{D5CDD505-2E9C-101B-9397-08002B2CF9AE}" pid="5" name="MSIP_Label_9333b259-87ee-4762-9a8c-7b0d155dd87f_Name">
    <vt:lpwstr>_PESSOAL</vt:lpwstr>
  </property>
  <property fmtid="{D5CDD505-2E9C-101B-9397-08002B2CF9AE}" pid="6" name="MSIP_Label_9333b259-87ee-4762-9a8c-7b0d155dd87f_SiteId">
    <vt:lpwstr>ab9bba98-684a-43fb-add8-9c2bebede229</vt:lpwstr>
  </property>
  <property fmtid="{D5CDD505-2E9C-101B-9397-08002B2CF9AE}" pid="7" name="MSIP_Label_9333b259-87ee-4762-9a8c-7b0d155dd87f_ActionId">
    <vt:lpwstr>03a5ac6b-7a50-4957-9176-141b72afc202</vt:lpwstr>
  </property>
  <property fmtid="{D5CDD505-2E9C-101B-9397-08002B2CF9AE}" pid="8" name="MSIP_Label_9333b259-87ee-4762-9a8c-7b0d155dd87f_ContentBits">
    <vt:lpwstr>1</vt:lpwstr>
  </property>
</Properties>
</file>